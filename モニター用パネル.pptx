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1"/>
  </p:notesMasterIdLst>
  <p:sldIdLst>
    <p:sldId id="300" r:id="rId5"/>
    <p:sldId id="265" r:id="rId6"/>
    <p:sldId id="294" r:id="rId7"/>
    <p:sldId id="287" r:id="rId8"/>
    <p:sldId id="296" r:id="rId9"/>
    <p:sldId id="297" r:id="rId10"/>
    <p:sldId id="298" r:id="rId11"/>
    <p:sldId id="299" r:id="rId12"/>
    <p:sldId id="281" r:id="rId13"/>
    <p:sldId id="266" r:id="rId14"/>
    <p:sldId id="273" r:id="rId15"/>
    <p:sldId id="285" r:id="rId16"/>
    <p:sldId id="274" r:id="rId17"/>
    <p:sldId id="282" r:id="rId18"/>
    <p:sldId id="283" r:id="rId19"/>
    <p:sldId id="284" r:id="rId2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7A93"/>
    <a:srgbClr val="EA6194"/>
    <a:srgbClr val="EF858C"/>
    <a:srgbClr val="FEEBB5"/>
    <a:srgbClr val="71AADC"/>
    <a:srgbClr val="4DA5DD"/>
    <a:srgbClr val="FEDE84"/>
    <a:srgbClr val="777777"/>
    <a:srgbClr val="FDE09A"/>
    <a:srgbClr val="F8E8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8F923D-5D06-4364-8DAB-C0F9132149B8}" type="datetimeFigureOut">
              <a:rPr kumimoji="1" lang="ja-JP" altLang="en-US" smtClean="0"/>
              <a:t>2026/1/28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CDD72C-2BDF-4991-A649-5C1F0B55C1F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1236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見本</a:t>
            </a:r>
            <a:endParaRPr kumimoji="1" lang="en-US" altLang="ja-JP"/>
          </a:p>
          <a:p>
            <a:endParaRPr kumimoji="1" lang="en-US" altLang="ja-JP"/>
          </a:p>
          <a:p>
            <a:r>
              <a:rPr kumimoji="1" lang="en-US" altLang="ja-JP"/>
              <a:t>※</a:t>
            </a:r>
            <a:r>
              <a:rPr kumimoji="1" lang="ja-JP" altLang="en-US"/>
              <a:t>　姓名の間は、半角スペース！中央配置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CDD72C-2BDF-4991-A649-5C1F0B55C1FD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008333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/>
              <a:t>※</a:t>
            </a:r>
            <a:r>
              <a:rPr kumimoji="1" lang="ja-JP" altLang="en-US"/>
              <a:t>　姓名の間は、半角スペース！中央配置が理想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CDD72C-2BDF-4991-A649-5C1F0B55C1FD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143060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/>
              <a:t>※</a:t>
            </a:r>
            <a:r>
              <a:rPr kumimoji="1" lang="ja-JP" altLang="en-US"/>
              <a:t>　姓名の間は、半角スペース！中央配置が理想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CDD72C-2BDF-4991-A649-5C1F0B55C1FD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81947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/>
              <a:t>※</a:t>
            </a:r>
            <a:r>
              <a:rPr kumimoji="1" lang="ja-JP" altLang="en-US"/>
              <a:t>　姓名の間は、半角スペース！中央配置が理想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CDD72C-2BDF-4991-A649-5C1F0B55C1FD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22754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/>
              <a:t>※</a:t>
            </a:r>
            <a:r>
              <a:rPr kumimoji="1" lang="ja-JP" altLang="en-US"/>
              <a:t>　姓名の間は、半角スペース！中央配置が理想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CDD72C-2BDF-4991-A649-5C1F0B55C1FD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8306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/>
              <a:t>※</a:t>
            </a:r>
            <a:r>
              <a:rPr kumimoji="1" lang="ja-JP" altLang="en-US"/>
              <a:t>　姓名の間は、半角スペース！中央配置が理想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CDD72C-2BDF-4991-A649-5C1F0B55C1FD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51324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/>
              <a:t>※</a:t>
            </a:r>
            <a:r>
              <a:rPr kumimoji="1" lang="ja-JP" altLang="en-US"/>
              <a:t>　姓名の間は、半角スペース！中央配置が理想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CDD72C-2BDF-4991-A649-5C1F0B55C1FD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993412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/>
              <a:t>※</a:t>
            </a:r>
            <a:r>
              <a:rPr kumimoji="1" lang="ja-JP" altLang="en-US"/>
              <a:t>　姓名の間は、半角スペース！中央配置が理想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CDD72C-2BDF-4991-A649-5C1F0B55C1FD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587304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/>
              <a:t>※</a:t>
            </a:r>
            <a:r>
              <a:rPr kumimoji="1" lang="ja-JP" altLang="en-US"/>
              <a:t>　姓名の間は、半角スペース！中央配置が理想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CDD72C-2BDF-4991-A649-5C1F0B55C1FD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56047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/>
              <a:t>※</a:t>
            </a:r>
            <a:r>
              <a:rPr kumimoji="1" lang="ja-JP" altLang="en-US"/>
              <a:t>　姓名の間は、半角スペース！中央配置が理想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CDD72C-2BDF-4991-A649-5C1F0B55C1FD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495922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/>
              <a:t>※</a:t>
            </a:r>
            <a:r>
              <a:rPr kumimoji="1" lang="ja-JP" altLang="en-US"/>
              <a:t>　姓名の間は、半角スペース！中央配置が理想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CDD72C-2BDF-4991-A649-5C1F0B55C1FD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278713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/>
              <a:t>※</a:t>
            </a:r>
            <a:r>
              <a:rPr kumimoji="1" lang="ja-JP" altLang="en-US"/>
              <a:t>　姓名の間は、半角スペース！中央配置が理想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CDD72C-2BDF-4991-A649-5C1F0B55C1FD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502175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/>
              <a:t>※</a:t>
            </a:r>
            <a:r>
              <a:rPr kumimoji="1" lang="ja-JP" altLang="en-US"/>
              <a:t>　姓名の間は、半角スペース！中央配置が理想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CDD72C-2BDF-4991-A649-5C1F0B55C1FD}" type="slidenum">
              <a:rPr kumimoji="1" lang="ja-JP" altLang="en-US" smtClean="0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536284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/>
              <a:t>※</a:t>
            </a:r>
            <a:r>
              <a:rPr kumimoji="1" lang="ja-JP" altLang="en-US"/>
              <a:t>　姓名の間は、半角スペース！中央配置が理想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CDD72C-2BDF-4991-A649-5C1F0B55C1FD}" type="slidenum">
              <a:rPr kumimoji="1" lang="ja-JP" altLang="en-US" smtClean="0"/>
              <a:t>14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234262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/>
              <a:t>※</a:t>
            </a:r>
            <a:r>
              <a:rPr kumimoji="1" lang="ja-JP" altLang="en-US"/>
              <a:t>　姓名の間は、半角スペース！中央配置が理想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CDD72C-2BDF-4991-A649-5C1F0B55C1FD}" type="slidenum">
              <a:rPr kumimoji="1" lang="ja-JP" altLang="en-US" smtClean="0"/>
              <a:t>15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31838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/>
              <a:t>※</a:t>
            </a:r>
            <a:r>
              <a:rPr kumimoji="1" lang="ja-JP" altLang="en-US"/>
              <a:t>　姓名の間は、半角スペース！中央配置が理想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CDD72C-2BDF-4991-A649-5C1F0B55C1FD}" type="slidenum">
              <a:rPr kumimoji="1" lang="ja-JP" altLang="en-US" smtClean="0"/>
              <a:t>16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728887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2A35D-6E50-428D-AB3E-CCB13097CFBD}" type="datetimeFigureOut">
              <a:rPr kumimoji="1" lang="ja-JP" altLang="en-US" smtClean="0"/>
              <a:t>2026/1/28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AA701-F225-42C6-B97B-7A021BECFE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6567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2A35D-6E50-428D-AB3E-CCB13097CFBD}" type="datetimeFigureOut">
              <a:rPr kumimoji="1" lang="ja-JP" altLang="en-US" smtClean="0"/>
              <a:t>2026/1/28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AA701-F225-42C6-B97B-7A021BECFE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69594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2A35D-6E50-428D-AB3E-CCB13097CFBD}" type="datetimeFigureOut">
              <a:rPr kumimoji="1" lang="ja-JP" altLang="en-US" smtClean="0"/>
              <a:t>2026/1/28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AA701-F225-42C6-B97B-7A021BECFE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6517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2A35D-6E50-428D-AB3E-CCB13097CFBD}" type="datetimeFigureOut">
              <a:rPr kumimoji="1" lang="ja-JP" altLang="en-US" smtClean="0"/>
              <a:t>2026/1/28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AA701-F225-42C6-B97B-7A021BECFE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93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2A35D-6E50-428D-AB3E-CCB13097CFBD}" type="datetimeFigureOut">
              <a:rPr kumimoji="1" lang="ja-JP" altLang="en-US" smtClean="0"/>
              <a:t>2026/1/28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AA701-F225-42C6-B97B-7A021BECFE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7098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2A35D-6E50-428D-AB3E-CCB13097CFBD}" type="datetimeFigureOut">
              <a:rPr kumimoji="1" lang="ja-JP" altLang="en-US" smtClean="0"/>
              <a:t>2026/1/28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AA701-F225-42C6-B97B-7A021BECFE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63182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2A35D-6E50-428D-AB3E-CCB13097CFBD}" type="datetimeFigureOut">
              <a:rPr kumimoji="1" lang="ja-JP" altLang="en-US" smtClean="0"/>
              <a:t>2026/1/28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AA701-F225-42C6-B97B-7A021BECFE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3570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2A35D-6E50-428D-AB3E-CCB13097CFBD}" type="datetimeFigureOut">
              <a:rPr kumimoji="1" lang="ja-JP" altLang="en-US" smtClean="0"/>
              <a:t>2026/1/28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AA701-F225-42C6-B97B-7A021BECFE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13614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2A35D-6E50-428D-AB3E-CCB13097CFBD}" type="datetimeFigureOut">
              <a:rPr kumimoji="1" lang="ja-JP" altLang="en-US" smtClean="0"/>
              <a:t>2026/1/28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AA701-F225-42C6-B97B-7A021BECFE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40754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2A35D-6E50-428D-AB3E-CCB13097CFBD}" type="datetimeFigureOut">
              <a:rPr kumimoji="1" lang="ja-JP" altLang="en-US" smtClean="0"/>
              <a:t>2026/1/28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AA701-F225-42C6-B97B-7A021BECFE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81090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2A35D-6E50-428D-AB3E-CCB13097CFBD}" type="datetimeFigureOut">
              <a:rPr kumimoji="1" lang="ja-JP" altLang="en-US" smtClean="0"/>
              <a:t>2026/1/28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AA701-F225-42C6-B97B-7A021BECFE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1282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E2A35D-6E50-428D-AB3E-CCB13097CFBD}" type="datetimeFigureOut">
              <a:rPr kumimoji="1" lang="ja-JP" altLang="en-US" smtClean="0"/>
              <a:t>2026/1/28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1AA701-F225-42C6-B97B-7A021BECFE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45272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テキスト ボックス 5"/>
          <p:cNvSpPr txBox="1"/>
          <p:nvPr/>
        </p:nvSpPr>
        <p:spPr>
          <a:xfrm>
            <a:off x="148590" y="114708"/>
            <a:ext cx="2743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26</a:t>
            </a:r>
            <a:r>
              <a:rPr lang="ja-JP" altLang="en-US" sz="8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卒</a:t>
            </a:r>
            <a:endParaRPr kumimoji="1" lang="ja-JP" altLang="en-US" sz="8000" b="1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3035273" y="3429000"/>
            <a:ext cx="84747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ja-JP" altLang="en-US" sz="4400" b="1" spc="6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おおはら　　たろう</a:t>
            </a: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2708910" y="268595"/>
            <a:ext cx="18173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6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3</a:t>
            </a:r>
            <a:r>
              <a:rPr lang="ja-JP" altLang="en-US" sz="6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endParaRPr kumimoji="1" lang="ja-JP" altLang="en-US" sz="6000" b="1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1890097" y="4183912"/>
            <a:ext cx="992722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3800"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大原 太郎</a:t>
            </a:r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3617595" y="1656879"/>
            <a:ext cx="59342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9600" b="1" spc="-300">
                <a:solidFill>
                  <a:srgbClr val="ED7A9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カプコン</a:t>
            </a:r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4841819" y="668706"/>
            <a:ext cx="69755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400" b="1" spc="6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ゲームプログラマー</a:t>
            </a:r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4560616" y="3196621"/>
            <a:ext cx="307076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9600" b="1" spc="60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見本</a:t>
            </a:r>
          </a:p>
        </p:txBody>
      </p:sp>
    </p:spTree>
    <p:extLst>
      <p:ext uri="{BB962C8B-B14F-4D97-AF65-F5344CB8AC3E}">
        <p14:creationId xmlns:p14="http://schemas.microsoft.com/office/powerpoint/2010/main" val="30005489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図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テキスト ボックス 5"/>
          <p:cNvSpPr txBox="1"/>
          <p:nvPr/>
        </p:nvSpPr>
        <p:spPr>
          <a:xfrm>
            <a:off x="148590" y="114708"/>
            <a:ext cx="2743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26</a:t>
            </a:r>
            <a:r>
              <a:rPr lang="ja-JP" altLang="en-US" sz="8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卒</a:t>
            </a:r>
            <a:endParaRPr kumimoji="1" lang="ja-JP" altLang="en-US" sz="8000" b="1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3035273" y="3429000"/>
            <a:ext cx="84747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ja-JP" altLang="en-US" sz="4400" b="1" spc="6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おおはら　　たろう</a:t>
            </a: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2708910" y="268595"/>
            <a:ext cx="18173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6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3</a:t>
            </a:r>
            <a:r>
              <a:rPr lang="ja-JP" altLang="en-US" sz="6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endParaRPr kumimoji="1" lang="ja-JP" altLang="en-US" sz="6000" b="1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1890097" y="4183912"/>
            <a:ext cx="992722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3800"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大原 太郎</a:t>
            </a:r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4023797" y="1600159"/>
            <a:ext cx="443997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9600" b="1" spc="-300">
                <a:solidFill>
                  <a:srgbClr val="ED7A9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企業名</a:t>
            </a:r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4623719" y="624102"/>
            <a:ext cx="69755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400" b="1" spc="6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職種</a:t>
            </a:r>
          </a:p>
        </p:txBody>
      </p:sp>
    </p:spTree>
    <p:extLst>
      <p:ext uri="{BB962C8B-B14F-4D97-AF65-F5344CB8AC3E}">
        <p14:creationId xmlns:p14="http://schemas.microsoft.com/office/powerpoint/2010/main" val="26083242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図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テキスト ボックス 5"/>
          <p:cNvSpPr txBox="1"/>
          <p:nvPr/>
        </p:nvSpPr>
        <p:spPr>
          <a:xfrm>
            <a:off x="148590" y="114708"/>
            <a:ext cx="2743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27</a:t>
            </a:r>
            <a:r>
              <a:rPr lang="ja-JP" altLang="en-US" sz="8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卒</a:t>
            </a:r>
            <a:endParaRPr kumimoji="1" lang="ja-JP" altLang="en-US" sz="8000" b="1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3035273" y="3429000"/>
            <a:ext cx="8474736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ja-JP" altLang="en-US" sz="4400" b="1" spc="600">
                <a:solidFill>
                  <a:schemeClr val="bg1"/>
                </a:solidFill>
                <a:latin typeface="メイリオ"/>
                <a:ea typeface="メイリオ"/>
              </a:rPr>
              <a:t>おおはら　　たろう</a:t>
            </a:r>
            <a:endParaRPr kumimoji="1" lang="ja-JP" altLang="en-US" sz="4400" b="1" spc="600">
              <a:solidFill>
                <a:schemeClr val="bg1"/>
              </a:solidFill>
              <a:latin typeface="メイリオ"/>
              <a:ea typeface="メイリオ"/>
            </a:endParaRP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2708910" y="268595"/>
            <a:ext cx="18173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6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</a:t>
            </a:r>
            <a:r>
              <a:rPr lang="ja-JP" altLang="en-US" sz="6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endParaRPr kumimoji="1" lang="ja-JP" altLang="en-US" sz="6000" b="1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1890097" y="4183912"/>
            <a:ext cx="9927222" cy="221599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ja-JP" altLang="en-US" sz="13800" b="1">
                <a:solidFill>
                  <a:schemeClr val="bg1"/>
                </a:solidFill>
                <a:latin typeface="メイリオ"/>
                <a:ea typeface="メイリオ"/>
              </a:rPr>
              <a:t>大原 太郎</a:t>
            </a:r>
            <a:endParaRPr kumimoji="1" lang="ja-JP" altLang="en-US" sz="13800" b="1">
              <a:solidFill>
                <a:schemeClr val="bg1"/>
              </a:solidFill>
              <a:latin typeface="メイリオ"/>
              <a:ea typeface="メイリオ"/>
            </a:endParaRPr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711885" y="1636707"/>
            <a:ext cx="1089396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9600" b="1" spc="-300">
                <a:solidFill>
                  <a:srgbClr val="71AADC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ゲームプログラマー</a:t>
            </a:r>
          </a:p>
        </p:txBody>
      </p:sp>
    </p:spTree>
    <p:extLst>
      <p:ext uri="{BB962C8B-B14F-4D97-AF65-F5344CB8AC3E}">
        <p14:creationId xmlns:p14="http://schemas.microsoft.com/office/powerpoint/2010/main" val="19633223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図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テキスト ボックス 5"/>
          <p:cNvSpPr txBox="1"/>
          <p:nvPr/>
        </p:nvSpPr>
        <p:spPr>
          <a:xfrm>
            <a:off x="148590" y="114708"/>
            <a:ext cx="2743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27</a:t>
            </a:r>
            <a:r>
              <a:rPr lang="ja-JP" altLang="en-US" sz="8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卒</a:t>
            </a:r>
            <a:endParaRPr kumimoji="1" lang="ja-JP" altLang="en-US" sz="8000" b="1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3035273" y="3429000"/>
            <a:ext cx="84747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ja-JP" altLang="en-US" sz="4400" b="1" spc="6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おおはら　　たろう</a:t>
            </a: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2708910" y="268595"/>
            <a:ext cx="18173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6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</a:t>
            </a:r>
            <a:r>
              <a:rPr lang="ja-JP" altLang="en-US" sz="6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endParaRPr kumimoji="1" lang="ja-JP" altLang="en-US" sz="6000" b="1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1890097" y="4183912"/>
            <a:ext cx="992722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3800"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大原 太郎</a:t>
            </a:r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1772468" y="1552853"/>
            <a:ext cx="9840411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1500" b="1">
                <a:solidFill>
                  <a:srgbClr val="71AADC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背景モデラー</a:t>
            </a:r>
          </a:p>
        </p:txBody>
      </p:sp>
    </p:spTree>
    <p:extLst>
      <p:ext uri="{BB962C8B-B14F-4D97-AF65-F5344CB8AC3E}">
        <p14:creationId xmlns:p14="http://schemas.microsoft.com/office/powerpoint/2010/main" val="16582426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図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テキスト ボックス 5"/>
          <p:cNvSpPr txBox="1"/>
          <p:nvPr/>
        </p:nvSpPr>
        <p:spPr>
          <a:xfrm>
            <a:off x="148590" y="114708"/>
            <a:ext cx="2743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27</a:t>
            </a:r>
            <a:r>
              <a:rPr lang="ja-JP" altLang="en-US" sz="8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卒</a:t>
            </a:r>
            <a:endParaRPr kumimoji="1" lang="ja-JP" altLang="en-US" sz="8000" b="1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3035273" y="3429000"/>
            <a:ext cx="84747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ja-JP" altLang="en-US" sz="4400" b="1" spc="6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おおはら　　たろう</a:t>
            </a: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2708910" y="268595"/>
            <a:ext cx="18173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6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</a:t>
            </a:r>
            <a:r>
              <a:rPr lang="ja-JP" altLang="en-US" sz="6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endParaRPr kumimoji="1" lang="ja-JP" altLang="en-US" sz="6000" b="1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1890097" y="4183912"/>
            <a:ext cx="992722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3800"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大原 太郎</a:t>
            </a:r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1367790" y="1552853"/>
            <a:ext cx="9840411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1500" b="1">
                <a:solidFill>
                  <a:srgbClr val="71AADC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3D</a:t>
            </a:r>
            <a:r>
              <a:rPr kumimoji="1" lang="ja-JP" altLang="en-US" sz="11500" b="1">
                <a:solidFill>
                  <a:srgbClr val="71AADC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モーション</a:t>
            </a:r>
          </a:p>
        </p:txBody>
      </p:sp>
    </p:spTree>
    <p:extLst>
      <p:ext uri="{BB962C8B-B14F-4D97-AF65-F5344CB8AC3E}">
        <p14:creationId xmlns:p14="http://schemas.microsoft.com/office/powerpoint/2010/main" val="36492090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図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テキスト ボックス 5"/>
          <p:cNvSpPr txBox="1"/>
          <p:nvPr/>
        </p:nvSpPr>
        <p:spPr>
          <a:xfrm>
            <a:off x="148590" y="114708"/>
            <a:ext cx="2743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27</a:t>
            </a:r>
            <a:r>
              <a:rPr lang="ja-JP" altLang="en-US" sz="8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卒</a:t>
            </a:r>
            <a:endParaRPr kumimoji="1" lang="ja-JP" altLang="en-US" sz="8000" b="1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3035273" y="3429000"/>
            <a:ext cx="84747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ja-JP" altLang="en-US" sz="4400" b="1" spc="6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おおはら　　たろう</a:t>
            </a: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2708910" y="268595"/>
            <a:ext cx="18173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6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</a:t>
            </a:r>
            <a:r>
              <a:rPr lang="ja-JP" altLang="en-US" sz="6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endParaRPr kumimoji="1" lang="ja-JP" altLang="en-US" sz="6000" b="1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1890097" y="4183912"/>
            <a:ext cx="992722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3800"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大原 太郎</a:t>
            </a:r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2352435" y="1438145"/>
            <a:ext cx="9840411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3000" b="1">
                <a:solidFill>
                  <a:srgbClr val="71AADC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映像業界</a:t>
            </a:r>
          </a:p>
        </p:txBody>
      </p:sp>
    </p:spTree>
    <p:extLst>
      <p:ext uri="{BB962C8B-B14F-4D97-AF65-F5344CB8AC3E}">
        <p14:creationId xmlns:p14="http://schemas.microsoft.com/office/powerpoint/2010/main" val="9596502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図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テキスト ボックス 5"/>
          <p:cNvSpPr txBox="1"/>
          <p:nvPr/>
        </p:nvSpPr>
        <p:spPr>
          <a:xfrm>
            <a:off x="148590" y="114708"/>
            <a:ext cx="2743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27</a:t>
            </a:r>
            <a:r>
              <a:rPr lang="ja-JP" altLang="en-US" sz="8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卒</a:t>
            </a:r>
            <a:endParaRPr kumimoji="1" lang="ja-JP" altLang="en-US" sz="8000" b="1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3035273" y="3429000"/>
            <a:ext cx="84747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ja-JP" altLang="en-US" sz="4400" b="1" spc="6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おおはら　　たろう</a:t>
            </a: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2708910" y="268595"/>
            <a:ext cx="18173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6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</a:t>
            </a:r>
            <a:r>
              <a:rPr lang="ja-JP" altLang="en-US" sz="6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endParaRPr kumimoji="1" lang="ja-JP" altLang="en-US" sz="6000" b="1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1890097" y="4183912"/>
            <a:ext cx="992722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3800"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大原 太郎</a:t>
            </a:r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3617595" y="1320730"/>
            <a:ext cx="4614665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5600" b="1">
                <a:solidFill>
                  <a:srgbClr val="71AADC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VFX</a:t>
            </a:r>
            <a:endParaRPr kumimoji="1" lang="ja-JP" altLang="en-US" sz="15600" b="1">
              <a:solidFill>
                <a:srgbClr val="71AADC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677454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図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テキスト ボックス 5"/>
          <p:cNvSpPr txBox="1"/>
          <p:nvPr/>
        </p:nvSpPr>
        <p:spPr>
          <a:xfrm>
            <a:off x="148590" y="114708"/>
            <a:ext cx="2743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27</a:t>
            </a:r>
            <a:r>
              <a:rPr lang="ja-JP" altLang="en-US" sz="8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卒</a:t>
            </a:r>
            <a:endParaRPr kumimoji="1" lang="ja-JP" altLang="en-US" sz="8000" b="1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3035273" y="3429000"/>
            <a:ext cx="84747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ja-JP" altLang="en-US" sz="4400" b="1" spc="6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おおはら　　たろう</a:t>
            </a: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2708910" y="268595"/>
            <a:ext cx="18173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6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</a:t>
            </a:r>
            <a:r>
              <a:rPr lang="ja-JP" altLang="en-US" sz="6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endParaRPr kumimoji="1" lang="ja-JP" altLang="en-US" sz="6000" b="1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1890097" y="4183912"/>
            <a:ext cx="992722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3800"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大原 太郎</a:t>
            </a:r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1194012" y="1592034"/>
            <a:ext cx="1186137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800" b="1">
                <a:solidFill>
                  <a:srgbClr val="71AADC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ジェネラリスト</a:t>
            </a:r>
          </a:p>
        </p:txBody>
      </p:sp>
    </p:spTree>
    <p:extLst>
      <p:ext uri="{BB962C8B-B14F-4D97-AF65-F5344CB8AC3E}">
        <p14:creationId xmlns:p14="http://schemas.microsoft.com/office/powerpoint/2010/main" val="35399783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テキスト ボックス 5"/>
          <p:cNvSpPr txBox="1"/>
          <p:nvPr/>
        </p:nvSpPr>
        <p:spPr>
          <a:xfrm>
            <a:off x="148590" y="114708"/>
            <a:ext cx="2743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27</a:t>
            </a:r>
            <a:r>
              <a:rPr lang="ja-JP" altLang="en-US" sz="8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卒</a:t>
            </a:r>
            <a:endParaRPr kumimoji="1" lang="ja-JP" altLang="en-US" sz="8000" b="1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3035273" y="3429000"/>
            <a:ext cx="84747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ja-JP" altLang="en-US" sz="4400" b="1" spc="6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おおはら　　たろう</a:t>
            </a: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2708910" y="268595"/>
            <a:ext cx="18173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6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</a:t>
            </a:r>
            <a:r>
              <a:rPr lang="ja-JP" altLang="en-US" sz="6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endParaRPr kumimoji="1" lang="ja-JP" altLang="en-US" sz="6000" b="1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1890097" y="4183912"/>
            <a:ext cx="992722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3800"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大原 太郎</a:t>
            </a:r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706515" y="1784824"/>
            <a:ext cx="117064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ja-JP" altLang="en-US" sz="7000" b="1">
                <a:solidFill>
                  <a:srgbClr val="71AADC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モーショングラフィックス</a:t>
            </a:r>
          </a:p>
        </p:txBody>
      </p:sp>
    </p:spTree>
    <p:extLst>
      <p:ext uri="{BB962C8B-B14F-4D97-AF65-F5344CB8AC3E}">
        <p14:creationId xmlns:p14="http://schemas.microsoft.com/office/powerpoint/2010/main" val="33637955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図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テキスト ボックス 5"/>
          <p:cNvSpPr txBox="1"/>
          <p:nvPr/>
        </p:nvSpPr>
        <p:spPr>
          <a:xfrm>
            <a:off x="148590" y="114708"/>
            <a:ext cx="2743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28</a:t>
            </a:r>
            <a:r>
              <a:rPr lang="ja-JP" altLang="en-US" sz="8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卒</a:t>
            </a:r>
            <a:endParaRPr kumimoji="1" lang="ja-JP" altLang="en-US" sz="8000" b="1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858632" y="3449782"/>
            <a:ext cx="84747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4400" b="1" spc="6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さかもと　　こう</a:t>
            </a: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2708910" y="268595"/>
            <a:ext cx="18173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6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</a:t>
            </a:r>
            <a:r>
              <a:rPr lang="ja-JP" altLang="en-US" sz="6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endParaRPr kumimoji="1" lang="ja-JP" altLang="en-US" sz="6000" b="1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1195254" y="4198441"/>
            <a:ext cx="992722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38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坂本 煌</a:t>
            </a:r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711885" y="1636707"/>
            <a:ext cx="1089396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9600" b="1" spc="-300" dirty="0">
                <a:solidFill>
                  <a:srgbClr val="FEEBB5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ゲームプログラマー</a:t>
            </a:r>
          </a:p>
        </p:txBody>
      </p:sp>
    </p:spTree>
    <p:extLst>
      <p:ext uri="{BB962C8B-B14F-4D97-AF65-F5344CB8AC3E}">
        <p14:creationId xmlns:p14="http://schemas.microsoft.com/office/powerpoint/2010/main" val="39378450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図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テキスト ボックス 5"/>
          <p:cNvSpPr txBox="1"/>
          <p:nvPr/>
        </p:nvSpPr>
        <p:spPr>
          <a:xfrm>
            <a:off x="148590" y="114708"/>
            <a:ext cx="2743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28</a:t>
            </a:r>
            <a:r>
              <a:rPr lang="ja-JP" altLang="en-US" sz="8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卒</a:t>
            </a:r>
            <a:endParaRPr kumimoji="1" lang="ja-JP" altLang="en-US" sz="8000" b="1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3035273" y="3429000"/>
            <a:ext cx="84747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ja-JP" altLang="en-US" sz="4400" b="1" spc="6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おおはら　　たろう</a:t>
            </a: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2708910" y="268595"/>
            <a:ext cx="18173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6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</a:t>
            </a:r>
            <a:r>
              <a:rPr lang="ja-JP" altLang="en-US" sz="6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endParaRPr kumimoji="1" lang="ja-JP" altLang="en-US" sz="6000" b="1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1890097" y="4183912"/>
            <a:ext cx="992722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3800"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大原 太郎</a:t>
            </a:r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1772468" y="1552853"/>
            <a:ext cx="9840411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1500" b="1">
                <a:solidFill>
                  <a:srgbClr val="FEEBB5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背景モデラー</a:t>
            </a:r>
          </a:p>
        </p:txBody>
      </p:sp>
    </p:spTree>
    <p:extLst>
      <p:ext uri="{BB962C8B-B14F-4D97-AF65-F5344CB8AC3E}">
        <p14:creationId xmlns:p14="http://schemas.microsoft.com/office/powerpoint/2010/main" val="10257514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図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テキスト ボックス 5"/>
          <p:cNvSpPr txBox="1"/>
          <p:nvPr/>
        </p:nvSpPr>
        <p:spPr>
          <a:xfrm>
            <a:off x="148590" y="114708"/>
            <a:ext cx="2743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28</a:t>
            </a:r>
            <a:r>
              <a:rPr lang="ja-JP" altLang="en-US" sz="8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卒</a:t>
            </a:r>
            <a:endParaRPr kumimoji="1" lang="ja-JP" altLang="en-US" sz="8000" b="1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3035273" y="3429000"/>
            <a:ext cx="84747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ja-JP" altLang="en-US" sz="4400" b="1" spc="6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おおはら　　たろう</a:t>
            </a: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2708910" y="268595"/>
            <a:ext cx="18173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6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</a:t>
            </a:r>
            <a:r>
              <a:rPr lang="ja-JP" altLang="en-US" sz="6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endParaRPr kumimoji="1" lang="ja-JP" altLang="en-US" sz="6000" b="1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1890097" y="4183912"/>
            <a:ext cx="992722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3800"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大原 太郎</a:t>
            </a:r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959637" y="1552853"/>
            <a:ext cx="10857682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1500" b="1">
                <a:solidFill>
                  <a:srgbClr val="FEEBB5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キャラモデラー</a:t>
            </a:r>
          </a:p>
        </p:txBody>
      </p:sp>
    </p:spTree>
    <p:extLst>
      <p:ext uri="{BB962C8B-B14F-4D97-AF65-F5344CB8AC3E}">
        <p14:creationId xmlns:p14="http://schemas.microsoft.com/office/powerpoint/2010/main" val="32600241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図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テキスト ボックス 5"/>
          <p:cNvSpPr txBox="1"/>
          <p:nvPr/>
        </p:nvSpPr>
        <p:spPr>
          <a:xfrm>
            <a:off x="148590" y="114708"/>
            <a:ext cx="2743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28</a:t>
            </a:r>
            <a:r>
              <a:rPr lang="ja-JP" altLang="en-US" sz="8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卒</a:t>
            </a:r>
            <a:endParaRPr kumimoji="1" lang="ja-JP" altLang="en-US" sz="8000" b="1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616340" y="3414471"/>
            <a:ext cx="8474736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ja-JP" altLang="en-US" sz="4400" b="1" spc="600" dirty="0">
                <a:solidFill>
                  <a:schemeClr val="bg1"/>
                </a:solidFill>
                <a:latin typeface="メイリオ"/>
                <a:ea typeface="メイリオ"/>
              </a:rPr>
              <a:t>なかむら　　けいしん</a:t>
            </a:r>
            <a:endParaRPr lang="en-US" altLang="ja-JP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2708910" y="268595"/>
            <a:ext cx="18173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6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</a:t>
            </a:r>
            <a:r>
              <a:rPr lang="ja-JP" altLang="en-US" sz="6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endParaRPr kumimoji="1" lang="ja-JP" altLang="en-US" sz="6000" b="1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1367790" y="4168523"/>
            <a:ext cx="9927222" cy="221599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ja-JP" altLang="en-US" sz="13800" b="1" dirty="0">
                <a:solidFill>
                  <a:schemeClr val="bg1"/>
                </a:solidFill>
                <a:latin typeface="メイリオ"/>
                <a:ea typeface="メイリオ"/>
              </a:rPr>
              <a:t>中村　圭臣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1367790" y="1552853"/>
            <a:ext cx="9840411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1500" b="1" dirty="0">
                <a:solidFill>
                  <a:srgbClr val="FEEBB5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3D</a:t>
            </a:r>
            <a:r>
              <a:rPr kumimoji="1" lang="ja-JP" altLang="en-US" sz="11500" b="1" dirty="0">
                <a:solidFill>
                  <a:srgbClr val="FEEBB5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モーション</a:t>
            </a:r>
          </a:p>
        </p:txBody>
      </p:sp>
    </p:spTree>
    <p:extLst>
      <p:ext uri="{BB962C8B-B14F-4D97-AF65-F5344CB8AC3E}">
        <p14:creationId xmlns:p14="http://schemas.microsoft.com/office/powerpoint/2010/main" val="39513165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図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テキスト ボックス 5"/>
          <p:cNvSpPr txBox="1"/>
          <p:nvPr/>
        </p:nvSpPr>
        <p:spPr>
          <a:xfrm>
            <a:off x="148590" y="114708"/>
            <a:ext cx="2743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28</a:t>
            </a:r>
            <a:r>
              <a:rPr lang="ja-JP" altLang="en-US" sz="8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卒</a:t>
            </a:r>
            <a:endParaRPr kumimoji="1" lang="ja-JP" altLang="en-US" sz="8000" b="1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3035273" y="3429000"/>
            <a:ext cx="84747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ja-JP" altLang="en-US" sz="4400" b="1" spc="6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おおはら　　たろう</a:t>
            </a: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2708910" y="268595"/>
            <a:ext cx="18173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6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</a:t>
            </a:r>
            <a:r>
              <a:rPr lang="ja-JP" altLang="en-US" sz="6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endParaRPr kumimoji="1" lang="ja-JP" altLang="en-US" sz="6000" b="1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1890097" y="4183912"/>
            <a:ext cx="992722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3800"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大原 太郎</a:t>
            </a:r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3617595" y="1320730"/>
            <a:ext cx="4614665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5600" b="1">
                <a:solidFill>
                  <a:srgbClr val="FEEBB5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VFX</a:t>
            </a:r>
            <a:endParaRPr kumimoji="1" lang="ja-JP" altLang="en-US" sz="15600" b="1">
              <a:solidFill>
                <a:srgbClr val="FEEBB5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081972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図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テキスト ボックス 5"/>
          <p:cNvSpPr txBox="1"/>
          <p:nvPr/>
        </p:nvSpPr>
        <p:spPr>
          <a:xfrm>
            <a:off x="148590" y="114708"/>
            <a:ext cx="2743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28</a:t>
            </a:r>
            <a:r>
              <a:rPr lang="ja-JP" altLang="en-US" sz="8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卒</a:t>
            </a:r>
            <a:endParaRPr kumimoji="1" lang="ja-JP" altLang="en-US" sz="8000" b="1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3035273" y="3429000"/>
            <a:ext cx="84747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ja-JP" altLang="en-US" sz="4400" b="1" spc="6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おおはら　　たろう</a:t>
            </a: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2708910" y="268595"/>
            <a:ext cx="18173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6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</a:t>
            </a:r>
            <a:r>
              <a:rPr lang="ja-JP" altLang="en-US" sz="6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endParaRPr kumimoji="1" lang="ja-JP" altLang="en-US" sz="6000" b="1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1890097" y="4183912"/>
            <a:ext cx="992722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3800"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大原 太郎</a:t>
            </a:r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1194012" y="1592034"/>
            <a:ext cx="1186137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800" b="1">
                <a:solidFill>
                  <a:srgbClr val="FEEBB5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ジェネラリスト</a:t>
            </a:r>
          </a:p>
        </p:txBody>
      </p:sp>
    </p:spTree>
    <p:extLst>
      <p:ext uri="{BB962C8B-B14F-4D97-AF65-F5344CB8AC3E}">
        <p14:creationId xmlns:p14="http://schemas.microsoft.com/office/powerpoint/2010/main" val="27383269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テキスト ボックス 5"/>
          <p:cNvSpPr txBox="1"/>
          <p:nvPr/>
        </p:nvSpPr>
        <p:spPr>
          <a:xfrm>
            <a:off x="148590" y="114708"/>
            <a:ext cx="2743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28</a:t>
            </a:r>
            <a:r>
              <a:rPr lang="ja-JP" altLang="en-US" sz="8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卒</a:t>
            </a:r>
            <a:endParaRPr kumimoji="1" lang="ja-JP" altLang="en-US" sz="8000" b="1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3035273" y="3429000"/>
            <a:ext cx="84747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ja-JP" altLang="en-US" sz="4400" b="1" spc="6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おおはら　　たろう</a:t>
            </a: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2708910" y="268595"/>
            <a:ext cx="18173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6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</a:t>
            </a:r>
            <a:r>
              <a:rPr lang="ja-JP" altLang="en-US" sz="6000" b="1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endParaRPr kumimoji="1" lang="ja-JP" altLang="en-US" sz="6000" b="1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1890097" y="4183912"/>
            <a:ext cx="992722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3800"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大原 太郎</a:t>
            </a:r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706515" y="1784824"/>
            <a:ext cx="117064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ja-JP" altLang="en-US" sz="7000" b="1">
                <a:solidFill>
                  <a:srgbClr val="FEEBB5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モーショングラフィックス</a:t>
            </a:r>
          </a:p>
        </p:txBody>
      </p:sp>
    </p:spTree>
    <p:extLst>
      <p:ext uri="{BB962C8B-B14F-4D97-AF65-F5344CB8AC3E}">
        <p14:creationId xmlns:p14="http://schemas.microsoft.com/office/powerpoint/2010/main" val="18962034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5239288-d498-4dd6-9609-491b39ec8fae" xsi:nil="true"/>
    <lcf76f155ced4ddcb4097134ff3c332f xmlns="88cc3c26-756f-41ab-80ed-43e7289fee5b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58BEBA3CD4E69545839402B5D4E5400B" ma:contentTypeVersion="12" ma:contentTypeDescription="新しいドキュメントを作成します。" ma:contentTypeScope="" ma:versionID="5f5dfa15aed423eb87cf9ccaf0dfad72">
  <xsd:schema xmlns:xsd="http://www.w3.org/2001/XMLSchema" xmlns:xs="http://www.w3.org/2001/XMLSchema" xmlns:p="http://schemas.microsoft.com/office/2006/metadata/properties" xmlns:ns2="88cc3c26-756f-41ab-80ed-43e7289fee5b" xmlns:ns3="55239288-d498-4dd6-9609-491b39ec8fae" targetNamespace="http://schemas.microsoft.com/office/2006/metadata/properties" ma:root="true" ma:fieldsID="bf3472c32873a28e5df907b29f5220d3" ns2:_="" ns3:_="">
    <xsd:import namespace="88cc3c26-756f-41ab-80ed-43e7289fee5b"/>
    <xsd:import namespace="55239288-d498-4dd6-9609-491b39ec8fa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cc3c26-756f-41ab-80ed-43e7289fee5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画像タグ" ma:readOnly="false" ma:fieldId="{5cf76f15-5ced-4ddc-b409-7134ff3c332f}" ma:taxonomyMulti="true" ma:sspId="c7b788f1-635f-435b-a825-11a9aec0b64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239288-d498-4dd6-9609-491b39ec8fae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e028bbb9-11a1-42a0-aab1-2aef76d88212}" ma:internalName="TaxCatchAll" ma:showField="CatchAllData" ma:web="55239288-d498-4dd6-9609-491b39ec8fa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7076C90-A5BD-423D-8149-F08F7F4C21D9}">
  <ds:schemaRefs>
    <ds:schemaRef ds:uri="http://www.w3.org/XML/1998/namespace"/>
    <ds:schemaRef ds:uri="http://purl.org/dc/elements/1.1/"/>
    <ds:schemaRef ds:uri="http://schemas.microsoft.com/office/2006/documentManagement/types"/>
    <ds:schemaRef ds:uri="098a3c11-7ac2-46ba-89ce-8b2d5c9f76f8"/>
    <ds:schemaRef ds:uri="http://schemas.microsoft.com/office/infopath/2007/PartnerControls"/>
    <ds:schemaRef ds:uri="http://schemas.microsoft.com/office/2006/metadata/properties"/>
    <ds:schemaRef ds:uri="http://purl.org/dc/dcmitype/"/>
    <ds:schemaRef ds:uri="http://schemas.openxmlformats.org/package/2006/metadata/core-properties"/>
    <ds:schemaRef ds:uri="04574505-c322-4981-8ebb-5d25af8d4de8"/>
    <ds:schemaRef ds:uri="http://purl.org/dc/terms/"/>
    <ds:schemaRef ds:uri="55239288-d498-4dd6-9609-491b39ec8fae"/>
    <ds:schemaRef ds:uri="88cc3c26-756f-41ab-80ed-43e7289fee5b"/>
  </ds:schemaRefs>
</ds:datastoreItem>
</file>

<file path=customXml/itemProps2.xml><?xml version="1.0" encoding="utf-8"?>
<ds:datastoreItem xmlns:ds="http://schemas.openxmlformats.org/officeDocument/2006/customXml" ds:itemID="{1A980775-8E62-4B38-B8CC-76E0047B87D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86E3560-CD78-4829-A222-3E74117138C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8cc3c26-756f-41ab-80ed-43e7289fee5b"/>
    <ds:schemaRef ds:uri="55239288-d498-4dd6-9609-491b39ec8fa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378</Words>
  <Application>Microsoft Office PowerPoint</Application>
  <PresentationFormat>ワイド画面</PresentationFormat>
  <Paragraphs>117</Paragraphs>
  <Slides>16</Slides>
  <Notes>16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16</vt:i4>
      </vt:variant>
    </vt:vector>
  </HeadingPairs>
  <TitlesOfParts>
    <vt:vector size="21" baseType="lpstr">
      <vt:lpstr>メイリオ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泉 政俊</dc:creator>
  <cp:lastModifiedBy>坂本　煌</cp:lastModifiedBy>
  <cp:revision>5</cp:revision>
  <dcterms:created xsi:type="dcterms:W3CDTF">2024-09-09T02:43:12Z</dcterms:created>
  <dcterms:modified xsi:type="dcterms:W3CDTF">2026-01-28T04:52:38Z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0x01010058BEBA3CD4E69545839402B5D4E5400B</vt:lpwstr>
  </property>
  <property fmtid="{D5CDD505-2E9C-101B-9397-08002B2CF9AE}" pid="3" name="MediaServiceImageTags">
    <vt:lpwstr/>
  </property>
</Properties>
</file>